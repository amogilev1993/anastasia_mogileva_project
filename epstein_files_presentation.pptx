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Calibri"/>
              </a:rP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EF0F5"/>
                </a:solidFill>
                <a:latin typeface="Calibri"/>
              </a:rPr>
              <a:t>The Epstein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9AA3B2"/>
                </a:solidFill>
                <a:latin typeface="Calibri"/>
              </a:rPr>
              <a:t>Documents, names, myths, and memes — what's actually inside.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3B2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EF0F5"/>
                </a:solidFill>
                <a:latin typeface="Calibri"/>
              </a:rPr>
              <a:t>What are the Epstein Files?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EF0F5"/>
                </a:solidFill>
                <a:latin typeface="Calibri"/>
              </a:rPr>
              <a:t>The "Epstein Files" are documents about the rich and notorious man Jeffrey Epstein.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EF0F5"/>
                </a:solidFill>
                <a:latin typeface="Calibri"/>
              </a:rPr>
              <a:t>The police released them to the public.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438339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3B2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EF0F5"/>
                </a:solidFill>
                <a:latin typeface="Calibri"/>
              </a:rPr>
              <a:t>What is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EF0F5"/>
                </a:solidFill>
                <a:latin typeface="Calibri"/>
              </a:rPr>
              <a:t>•  Epstein owned an island and a private plane.</a:t>
            </a:r>
          </a:p>
          <a:p>
            <a:pPr algn="l"/>
            <a:r>
              <a:rPr sz="2200" b="0">
                <a:solidFill>
                  <a:srgbClr val="EEF0F5"/>
                </a:solidFill>
                <a:latin typeface="Calibri"/>
              </a:rPr>
              <a:t>•  He did terrible things to women.</a:t>
            </a:r>
          </a:p>
          <a:p>
            <a:pPr algn="l"/>
            <a:r>
              <a:rPr sz="2200" b="0">
                <a:solidFill>
                  <a:srgbClr val="EEF0F5"/>
                </a:solidFill>
                <a:latin typeface="Calibri"/>
              </a:rPr>
              <a:t>•  He was arrested in 2019.</a:t>
            </a:r>
          </a:p>
          <a:p>
            <a:pPr algn="l"/>
            <a:r>
              <a:rPr sz="2200" b="0">
                <a:solidFill>
                  <a:srgbClr val="EEF0F5"/>
                </a:solidFill>
                <a:latin typeface="Calibri"/>
              </a:rPr>
              <a:t>•  He later died in prison.</a:t>
            </a:r>
          </a:p>
          <a:p>
            <a:pPr algn="l"/>
            <a:r>
              <a:rPr sz="2200" b="0">
                <a:solidFill>
                  <a:srgbClr val="EEF0F5"/>
                </a:solidFill>
                <a:latin typeface="Calibri"/>
              </a:rPr>
              <a:t>•  In 2026, the US government released 3.5 million pages: names, photos, phone numbers.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657508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3B2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Calibri"/>
              </a:rPr>
              <a:t>PART 2 · CELEBRITIES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EF0F5"/>
                </a:solidFill>
                <a:latin typeface="Calibri"/>
              </a:rPr>
              <a:t>Which names appear in the files?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73152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AA3B2"/>
                </a:solidFill>
                <a:latin typeface="Calibri"/>
              </a:rPr>
              <a:t>A name in the files ≠ a bad person. Maybe they just hung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14161D"/>
          </a:solidFill>
          <a:ln w="9525">
            <a:solidFill>
              <a:srgbClr val="2A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1C40F"/>
                </a:solidFill>
                <a:latin typeface="Calibri"/>
              </a:rPr>
              <a:t>Trump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EF0F5"/>
                </a:solidFill>
                <a:latin typeface="Calibri"/>
              </a:rPr>
              <a:t>The name appears many times. He says: "I didn't know about the bad stuff."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92608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14161D"/>
          </a:solidFill>
          <a:ln w="9525">
            <a:solidFill>
              <a:srgbClr val="2A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1C40F"/>
                </a:solidFill>
                <a:latin typeface="Calibri"/>
              </a:rPr>
              <a:t>Prince Andrew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65760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EF0F5"/>
                </a:solidFill>
                <a:latin typeface="Calibri"/>
              </a:rPr>
              <a:t>A woman accused him. He lost his royal duties.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4632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14161D"/>
          </a:solidFill>
          <a:ln w="9525">
            <a:solidFill>
              <a:srgbClr val="2A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1C40F"/>
                </a:solidFill>
                <a:latin typeface="Calibri"/>
              </a:rPr>
              <a:t>Bill Clinton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EF0F5"/>
                </a:solidFill>
                <a:latin typeface="Calibri"/>
              </a:rPr>
              <a:t>Flew on Epstein's plane.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84632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14161D"/>
          </a:solidFill>
          <a:ln w="9525">
            <a:solidFill>
              <a:srgbClr val="2A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50292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1C40F"/>
                </a:solidFill>
                <a:latin typeface="Calibri"/>
              </a:rPr>
              <a:t>Elon Musk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57784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EF0F5"/>
                </a:solidFill>
                <a:latin typeface="Calibri"/>
              </a:rPr>
              <a:t>Asked about a party. Denies anything bad.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4876678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3B2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Calibri"/>
              </a:rPr>
              <a:t>PART 2 · CELEBRITIES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EF0F5"/>
                </a:solidFill>
                <a:latin typeface="Calibri"/>
              </a:rPr>
              <a:t>More names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14161D"/>
          </a:solidFill>
          <a:ln w="9525">
            <a:solidFill>
              <a:srgbClr val="2A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1C40F"/>
                </a:solidFill>
                <a:latin typeface="Calibri"/>
              </a:rPr>
              <a:t>Bill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EF0F5"/>
                </a:solidFill>
                <a:latin typeface="Calibri"/>
              </a:rPr>
              <a:t>Epstein talked about him. Gates denies any wrongdoing.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6888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14161D"/>
          </a:solidFill>
          <a:ln w="9525">
            <a:solidFill>
              <a:srgbClr val="2A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1C40F"/>
                </a:solidFill>
                <a:latin typeface="Calibri"/>
              </a:rPr>
              <a:t>Karina — a dentist from Belarus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20040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EF0F5"/>
                </a:solidFill>
                <a:latin typeface="Calibri"/>
              </a:rPr>
              <a:t>Received a large sum of money after Epstein's death. Strange.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9AA3B2"/>
                </a:solidFill>
                <a:latin typeface="Calibri"/>
              </a:rPr>
              <a:t>Being mentioned doesn't equal being guilty — but it raises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3B2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EF0F5"/>
                </a:solidFill>
                <a:latin typeface="Calibri"/>
              </a:rPr>
              <a:t>Myths and Truth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2A1418"/>
          </a:solidFill>
          <a:ln w="9525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8716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946"/>
                </a:solidFill>
                <a:latin typeface="Calibri"/>
              </a:rPr>
              <a:t>MYTH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EF0F5"/>
                </a:solidFill>
                <a:latin typeface="Calibri"/>
              </a:rPr>
              <a:t>There's a secret list of bad people.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0241B"/>
          </a:solidFill>
          <a:ln w="9525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48716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CC71"/>
                </a:solidFill>
                <a:latin typeface="Calibri"/>
              </a:rPr>
              <a:t>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889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EF0F5"/>
                </a:solidFill>
                <a:latin typeface="Calibri"/>
              </a:rPr>
              <a:t>No. The FBI hasn't found such a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2A1418"/>
          </a:solidFill>
          <a:ln w="9525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6732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946"/>
                </a:solidFill>
                <a:latin typeface="Calibri"/>
              </a:rPr>
              <a:t>MYTH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EF0F5"/>
                </a:solidFill>
                <a:latin typeface="Calibri"/>
              </a:rPr>
              <a:t>Epstein was murdered.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0241B"/>
          </a:solidFill>
          <a:ln w="9525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76732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CC71"/>
                </a:solidFill>
                <a:latin typeface="Calibri"/>
              </a:rPr>
              <a:t>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EF0F5"/>
                </a:solidFill>
                <a:latin typeface="Calibri"/>
              </a:rPr>
              <a:t>The police said it was suicide. But not everyone believes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3776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2A1418"/>
          </a:solidFill>
          <a:ln w="9525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4748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946"/>
                </a:solidFill>
                <a:latin typeface="Calibri"/>
              </a:rPr>
              <a:t>MYTH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EF0F5"/>
                </a:solidFill>
                <a:latin typeface="Calibri"/>
              </a:rPr>
              <a:t>There's a secret "pizza" code in the files (an old rumor).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93776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0241B"/>
          </a:solidFill>
          <a:ln w="9525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04748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CC71"/>
                </a:solidFill>
                <a:latin typeface="Calibri"/>
              </a:rPr>
              <a:t>TRUTH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492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EF0F5"/>
                </a:solidFill>
                <a:latin typeface="Calibri"/>
              </a:rPr>
              <a:t>It's not true.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7315017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3B2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Calibri"/>
              </a:rPr>
              <a:t>PART 4 · INTERNET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EF0F5"/>
                </a:solidFill>
                <a:latin typeface="Calibri"/>
              </a:rPr>
              <a:t>Epstein Memes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14161D"/>
          </a:solidFill>
          <a:ln w="9525">
            <a:solidFill>
              <a:srgbClr val="2A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  <a:latin typeface="Calibri"/>
              </a:rPr>
              <a:t>1. "Epstein didn't kill himself"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EF0F5"/>
                </a:solidFill>
                <a:latin typeface="Calibri"/>
              </a:rPr>
              <a:t>The official version was "suicide," but no one believes it. The meme implies he was killed to keep him quiet.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14161D"/>
          </a:solidFill>
          <a:ln w="9525">
            <a:solidFill>
              <a:srgbClr val="2A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  <a:latin typeface="Calibri"/>
              </a:rPr>
              <a:t>2. Epstein Island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EF0F5"/>
                </a:solidFill>
                <a:latin typeface="Calibri"/>
              </a:rPr>
              <a:t>There were weird parties there. The joke: "Let's go to the island?" means "Are you trying to get into trouble?"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37760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14161D"/>
          </a:solidFill>
          <a:ln w="9525">
            <a:solidFill>
              <a:srgbClr val="2A2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  <a:latin typeface="Calibri"/>
              </a:rPr>
              <a:t>3. The Client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EF0F5"/>
                </a:solidFill>
                <a:latin typeface="Calibri"/>
              </a:rPr>
              <a:t>Everyone expected a list of the biggest names. But there was nothing. Meme: "The rich hid the truth, as always."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8534186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3B2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Calibri"/>
              </a:rPr>
              <a:t>PART 4 · INTERNET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EF0F5"/>
                </a:solidFill>
                <a:latin typeface="Calibri"/>
              </a:rPr>
              <a:t>Why do people joke about this?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EF0F5"/>
                </a:solidFill>
                <a:latin typeface="Calibri"/>
              </a:rPr>
              <a:t>It's dark humor. People are angry at the rich and powerful.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657600"/>
            <a:ext cx="73152" cy="10972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9AA3B2"/>
                </a:solidFill>
                <a:latin typeface="Calibri"/>
              </a:rPr>
              <a:t>Memes are a way of saying: "We remember everything</a:t>
            </a:r>
          </a:p>
          <a:p>
            <a:pPr algn="l"/>
            <a:r>
              <a:rPr sz="2000" b="0">
                <a:solidFill>
                  <a:srgbClr val="9AA3B2"/>
                </a:solidFill>
                <a:latin typeface="Calibri"/>
              </a:rPr>
              <a:t>and haven't forgiven anything."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AA3B2"/>
                </a:solidFill>
                <a:latin typeface="Calibri"/>
              </a:rPr>
              <a:t>Humor becomes the language of distrust toward institutions.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753356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3B2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EF0F5"/>
                </a:solidFill>
                <a:latin typeface="Calibri"/>
              </a:rPr>
              <a:t>What does it all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EF0F5"/>
                </a:solidFill>
                <a:latin typeface="Calibri"/>
              </a:rPr>
              <a:t>•  The "Epstein Files" aren't just one secret list — they're many old documents.</a:t>
            </a:r>
          </a:p>
          <a:p>
            <a:pPr algn="l"/>
            <a:r>
              <a:rPr sz="2200" b="0">
                <a:solidFill>
                  <a:srgbClr val="EEF0F5"/>
                </a:solidFill>
                <a:latin typeface="Calibri"/>
              </a:rPr>
              <a:t>•  They show that rich people helped each other.</a:t>
            </a:r>
          </a:p>
          <a:p>
            <a:pPr algn="l"/>
            <a:r>
              <a:rPr sz="2200" b="0">
                <a:solidFill>
                  <a:srgbClr val="EEF0F5"/>
                </a:solidFill>
                <a:latin typeface="Calibri"/>
              </a:rPr>
              <a:t>•  Some knew about the bad stuff but stayed silent.</a:t>
            </a:r>
          </a:p>
          <a:p>
            <a:pPr algn="l"/>
            <a:r>
              <a:rPr sz="2200" b="0">
                <a:solidFill>
                  <a:srgbClr val="EEF0F5"/>
                </a:solidFill>
                <a:latin typeface="Calibri"/>
              </a:rPr>
              <a:t>•  And memes about "Epstein didn't kill himself" will stay on the internet forever.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525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3B2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  <a:latin typeface="Calibri"/>
              </a:rPr>
              <a:t>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EF0F5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9AA3B2"/>
                </a:solidFill>
                <a:latin typeface="Calibri"/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3B2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